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Corporate Intranet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internal portal for employees</a:t>
            </a:r>
          </a:p>
          <a:p>
            <a:r>
              <a:t>• Role-based authentication (Admin/Employee)</a:t>
            </a:r>
          </a:p>
          <a:p>
            <a:r>
              <a:t>• Modules: Dashboard, Documents, Announcements, Attendance, Leaves</a:t>
            </a:r>
          </a:p>
          <a:p>
            <a:r>
              <a:t>• React + Node.js + MongoDB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pic>
        <p:nvPicPr>
          <p:cNvPr id="3" name="Picture 2" descr="0f0d5665-1ebd-459f-8558-e3f5a39d17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0789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Flowchart</a:t>
            </a:r>
          </a:p>
        </p:txBody>
      </p:sp>
      <p:pic>
        <p:nvPicPr>
          <p:cNvPr id="3" name="Picture 2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624479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